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Google Sans Medium"/>
      <p:regular r:id="rId19"/>
      <p:bold r:id="rId20"/>
      <p:italic r:id="rId21"/>
      <p:boldItalic r:id="rId22"/>
    </p:embeddedFont>
    <p:embeddedFont>
      <p:font typeface="Google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E37ACA-29B4-4723-89F6-406BA3429FEE}">
  <a:tblStyle styleId="{15E37ACA-29B4-4723-89F6-406BA3429F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ogleSansMedium-bold.fntdata"/><Relationship Id="rId22" Type="http://schemas.openxmlformats.org/officeDocument/2006/relationships/font" Target="fonts/GoogleSansMedium-boldItalic.fntdata"/><Relationship Id="rId21" Type="http://schemas.openxmlformats.org/officeDocument/2006/relationships/font" Target="fonts/GoogleSansMedium-italic.fntdata"/><Relationship Id="rId24" Type="http://schemas.openxmlformats.org/officeDocument/2006/relationships/font" Target="fonts/GoogleSans-bold.fntdata"/><Relationship Id="rId23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oogleSans-boldItalic.fntdata"/><Relationship Id="rId25" Type="http://schemas.openxmlformats.org/officeDocument/2006/relationships/font" Target="fonts/Google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Google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24071705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24071705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240df15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240df15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24071705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24071705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4071705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24071705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24071705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24071705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24071705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24071705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24071705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24071705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24071705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24071705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4071705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4071705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24071705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24071705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2407170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62407170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board eee–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4675" y="331937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Name :</a:t>
            </a:r>
            <a:endParaRPr sz="160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8730" y="426921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Problem Statement :</a:t>
            </a:r>
            <a:endParaRPr sz="160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0163" y="379413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Leader Name :</a:t>
            </a:r>
            <a:endParaRPr sz="1600">
              <a:solidFill>
                <a:srgbClr val="202729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370500" y="702175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205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Team Members</a:t>
            </a:r>
            <a:endParaRPr sz="205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952500" y="132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{15E37ACA-29B4-4723-89F6-406BA3429FEE}</a:tableStyleId>
              </a:tblPr>
              <a:tblGrid>
                <a:gridCol w="3619500"/>
                <a:gridCol w="3619500"/>
              </a:tblGrid>
              <a:tr h="179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Team Leader: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Name: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College: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Team Member-1: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Name: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College: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Team Member-2: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Name: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College: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Team Member-3: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Name: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College: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rPr lang="en-GB" sz="165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Brief about the Idea:</a:t>
            </a:r>
            <a:endParaRPr sz="165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863550"/>
            <a:ext cx="75693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4"/>
              <a:buNone/>
            </a:pPr>
            <a:r>
              <a:rPr lang="en-GB" sz="645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 Opportunity should be able to explain the following:</a:t>
            </a:r>
            <a:endParaRPr sz="645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-33099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645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645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9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645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645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99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Google Sans"/>
              <a:buChar char="●"/>
            </a:pPr>
            <a:r>
              <a:rPr lang="en-GB" sz="645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645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61666"/>
              <a:buNone/>
            </a:pPr>
            <a:r>
              <a:t/>
            </a:r>
            <a:endParaRPr sz="165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List of features offered by the solution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It is always better to add a few visual representations (drawings/sketches/illustrations etc.) to your presentation, it adds to the power through which it reaches the audience.</a:t>
            </a:r>
            <a:endParaRPr sz="16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Process flow diagram or Use-case diagram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a flow diagram or a use case diagram or an architecture diagram.</a:t>
            </a:r>
            <a:endParaRPr sz="16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Wireframes/Mock diagrams of the proposed solution (optional)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Architecture diagram of the proposed solution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Technologies to be used in the solution: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/>
        </p:nvSpPr>
        <p:spPr>
          <a:xfrm>
            <a:off x="311700" y="863550"/>
            <a:ext cx="7569300" cy="25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Estimated implementation cost (optional):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Artboard eee– 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 eee–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